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62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7CEB3-A59C-C54D-C648-66F49D209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FEA2DA6-8BBC-975C-41F7-AF97A12AD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18CBD6-1CDB-3871-4FFE-FC530904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C93848-2A6E-36B3-D22B-384B7EB3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325D2F-E347-0C37-5318-24EB0BE4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8898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C3267-8A36-DE7C-06B8-52D08ACC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886209-68D9-5099-CA8A-FFC9EC386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6C5EC6-0E69-90A0-A07C-7200898C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0FF464-1658-299E-A55F-23E7CFC9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CA577B-61F6-3436-AB33-84868B52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55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49D938-D54E-413D-A538-38F964D1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74DEAD-751C-23F2-3C06-2F0402877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DAC0F6-DAE4-9976-1A66-3E4A49C6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C65BBC-BB19-BD1A-D0D1-F2E74702F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C6FC73-07C5-94D3-F59C-AEEA9F31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223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5F872-07F5-8F07-8BF8-5EA5A29F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780A1E-C20E-86FC-73C7-04C59CE73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EA4F2F-6925-84F2-5A16-E0C027C35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28902B-4BF6-E750-B45B-CAC1C392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16AB5A-EC7E-998E-6B6F-3BEB8534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F83F5B-85FE-663B-EDBA-C737D129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481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85FCF-5525-2D35-79D9-7EECE7F9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D26D52-E80F-D8A2-E788-01C1350AB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F92BB1-E300-F8FF-6B2F-5BFC0A6D2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E6CEBA-FE33-4E70-EDB3-A5F5FFA97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B76C73-DE3F-7B8E-08AE-76871AABE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3D35B22-273C-BA9A-1913-056347007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CE3D5B8-2B0B-F0BE-5DF9-821B4647B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06619D7-93B4-8E66-0587-D7DDFD96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198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BF9F2-E4BE-8D4C-0766-561041B49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DC5747-5FC9-C143-BFF9-A6E57BB0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6FC515-8A02-7F5B-F7A1-D19D2604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C3B760-562B-451A-E606-8DAE20FA2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097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0BBB84-47D4-1EE6-E42C-BFD4674D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EBEFE8-F9F4-F4A4-6D43-FD7AB248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C1CB0D-3935-FEB0-2E16-2C9195AC9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46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05F154-B2DE-D863-AA5F-F813F443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44E277-166D-82C9-D779-316D963C8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414039-9D6E-5BAF-687E-C24E04B13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BC8CD4-19C4-FA36-9F30-6CBF29D36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813645-8249-2528-FEAD-764079E3A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A4BF37-90BF-2C73-08E7-030ABA34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02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9E76EF-0EB0-4C99-51E3-8F5E1D7A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0C7AEDC-4038-5BAD-DCD2-4CD1B4CBF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6B05E5-445D-32DC-A8B6-A9C021E26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C1D3A4-F7B2-9A5A-EF0C-8806800A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A91A1F-99C5-CE0E-7E9E-DB2C7BF5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1155F1-14B4-8690-1E07-B844E6A0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473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D17CA-CAA5-A5FB-B3B8-C0C4D200A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56DB10-9614-7D02-7039-B46BD2F4A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D2BBA7-ADC8-5536-06CB-EFA1D02BA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589034-490B-15B2-985F-33787803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124A5-5DAF-D046-F1CF-A9608AAB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88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5E8353A-BD72-2704-79A2-F817E3D4A9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6C2C1B-6F1F-10B1-64B5-8FC77754C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250FBC-DF3C-6646-CE50-A01454D8C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B74D2C-0511-1E91-BDA9-D20524E0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FFBAA2-0FCC-068B-B425-8DAFE379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0234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D522B1E-B16D-2CD6-1426-1002707B3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DA933B-37F1-4B80-51CD-724362989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623876-E70E-E690-0401-AF018D015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9755F-389B-4CDB-A84A-41F9634FF48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29143A-34E1-3693-39ED-ECD5B7442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17F1AD-7609-1B9B-D24C-2A88AD263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A86752-4D89-4495-9837-DD34910628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05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36AC4982-7F84-AC4E-69A5-4384003C3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675" y="1266825"/>
            <a:ext cx="748665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50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F6B18FCC-9451-01C2-338A-EFB833AED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611" y="0"/>
            <a:ext cx="67047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87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FF691264-E1A2-8975-9980-5AD5A4868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545" y="0"/>
            <a:ext cx="70729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263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13551AD8-1A5A-4513-F193-59222C6F4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225" y="0"/>
            <a:ext cx="5753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66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181ED55D-7F06-2C15-E62C-7409465D3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611" y="0"/>
            <a:ext cx="48307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52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Diagramm, Reihe, Plan enthält.&#10;&#10;KI-generierte Inhalte können fehlerhaft sein.">
            <a:extLst>
              <a:ext uri="{FF2B5EF4-FFF2-40B4-BE49-F238E27FC236}">
                <a16:creationId xmlns:a16="http://schemas.microsoft.com/office/drawing/2014/main" id="{4EBC7271-B18E-2763-6DB9-B42A5C192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605" y="0"/>
            <a:ext cx="77007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56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DC94E-67DC-5137-1FEB-82C64146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34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942B6-5765-E057-38EE-276F264F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085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Helmut Huber</dc:creator>
  <cp:lastModifiedBy>Markus Helmut Huber</cp:lastModifiedBy>
  <cp:revision>1</cp:revision>
  <dcterms:created xsi:type="dcterms:W3CDTF">2025-11-09T10:13:54Z</dcterms:created>
  <dcterms:modified xsi:type="dcterms:W3CDTF">2025-11-09T11:06:22Z</dcterms:modified>
</cp:coreProperties>
</file>